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2377440" cy="2377440"/>
          </a:xfrm>
          <a:prstGeom prst="ellipse">
            <a:avLst/>
          </a:prstGeom>
          <a:solidFill>
            <a:srgbClr val="0F9D8A">
              <a:alpha val="85000"/>
            </a:srgbClr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651760"/>
            <a:ext cx="1463040" cy="1463040"/>
          </a:xfrm>
          <a:prstGeom prst="ellipse">
            <a:avLst/>
          </a:prstGeom>
          <a:solidFill>
            <a:srgbClr val="F26B5B">
              <a:alpha val="80000"/>
            </a:srgbClr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058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Dependencies in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Dependencies?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GenAI Dependencies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Dependencies are Used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Dependencies?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Libraries, packages, or tools that a project needs to work properly.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them?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ready-made features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development time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development easier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3749040" cy="43891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737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2286000"/>
            <a:ext cx="3749040" cy="438912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22860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46320" y="2834640"/>
            <a:ext cx="3749040" cy="43891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28346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3383280"/>
            <a:ext cx="3749040" cy="438912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3832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3931920"/>
            <a:ext cx="3749040" cy="438912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9319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Python?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a programming language used to build applications.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used?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application code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user input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data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different components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question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35000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350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processes the question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3611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used to write the main code of our GenAI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LangChain?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is a framework used to build applications with LLMs.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used?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LLMs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prompts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documents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retrieval systems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657600" cy="259690"/>
          </a:xfrm>
          <a:prstGeom prst="roundRect">
            <a:avLst>
              <a:gd name="adj" fmla="val 35211"/>
            </a:avLst>
          </a:prstGeom>
          <a:solidFill>
            <a:srgbClr val="FFFFFF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737360"/>
            <a:ext cx="338328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106778"/>
            <a:ext cx="3657600" cy="259690"/>
          </a:xfrm>
          <a:prstGeom prst="roundRect">
            <a:avLst>
              <a:gd name="adj" fmla="val 35211"/>
            </a:avLst>
          </a:prstGeom>
          <a:solidFill>
            <a:srgbClr val="FFFFFF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106778"/>
            <a:ext cx="338328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476195"/>
            <a:ext cx="3657600" cy="259690"/>
          </a:xfrm>
          <a:prstGeom prst="roundRect">
            <a:avLst>
              <a:gd name="adj" fmla="val 35211"/>
            </a:avLst>
          </a:prstGeom>
          <a:solidFill>
            <a:srgbClr val="FFFFFF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476195"/>
            <a:ext cx="338328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Retrieval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2845613"/>
            <a:ext cx="3657600" cy="259690"/>
          </a:xfrm>
          <a:prstGeom prst="roundRect">
            <a:avLst>
              <a:gd name="adj" fmla="val 35211"/>
            </a:avLst>
          </a:prstGeom>
          <a:solidFill>
            <a:srgbClr val="FFFFFF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74920" y="2845613"/>
            <a:ext cx="338328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LLM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3215030"/>
            <a:ext cx="3657600" cy="259690"/>
          </a:xfrm>
          <a:prstGeom prst="roundRect">
            <a:avLst>
              <a:gd name="adj" fmla="val 35211"/>
            </a:avLst>
          </a:prstGeom>
          <a:solidFill>
            <a:srgbClr val="FFFFFF"/>
          </a:solidFill>
          <a:ln w="15875">
            <a:solidFill>
              <a:srgbClr val="3B5BD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74920" y="3215030"/>
            <a:ext cx="3383280" cy="259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Answer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3611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12064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helps connect different components of a GenAI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F26B5B"/>
          </a:solidFill>
          <a:ln w="12700">
            <a:solidFill>
              <a:srgbClr val="F26B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OpenAI?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provides AI models that can understand and generate text.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used?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text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content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F26B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"What is Machine Learning?"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35000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F26B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350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model generates the answer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3611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12064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is used to generate responses using an LLM.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7C4DBA"/>
          </a:solidFill>
          <a:ln w="12700">
            <a:solidFill>
              <a:srgbClr val="7C4DB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FAISS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4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FAISS?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is a library used for vector similarity search.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4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used?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 embeddings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similar information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relevant content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7C4DB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User asks a question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35000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7C4DB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350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FAISS searches stored embeddings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962656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7C4DB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9626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Relevant information retrieved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3611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helps us find relevant information from stored embeddings.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40080" cy="64008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32004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PyPDF2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PyPDF2?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is a Python library used to work with PDF files.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it used?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7180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PDF files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PDF content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7373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company_policy.pdf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2350008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74920" y="23500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PyPDF2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37760" y="2962656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9626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Extracted text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37760" y="361188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120640" y="3611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PyPDF2 is used to extract text from PDF documents.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2026-09-29T07:32:35Z</dcterms:created>
  <dcterms:modified xsi:type="dcterms:W3CDTF">2026-09-29T07:32:35Z</dcterms:modified>
</cp:coreProperties>
</file>